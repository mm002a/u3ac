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74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08FE8-2D1F-E244-A1BB-C2E7EE95EABB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0FDBF-31AC-BF4E-8620-5870BE8A2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812D-5460-91F6-1558-26DF656EC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70578-EE7E-44FB-1BEC-2DD9E3237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DF1A-9B30-0BF5-EBB5-303E5A66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3DA45-08AA-DB49-AA95-7CDC74A9FD61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0509-1103-C793-0D97-F23D3DFD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18D0-B633-7322-FE2C-E853F614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735D-2245-A4AE-7D6E-53D611F6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47C5-A45B-D25E-6C48-373244039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5EA7-E4D0-4116-32C1-CC89A380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0BF98-9E73-544F-B8C4-E557328DDF20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5AA20-EEE7-ABD6-BC34-A6025D4B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AF184-7171-187C-4410-855EF946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81EB-6785-4A00-ADA8-D858C616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E440-FA6A-1914-D05E-AF4F4BA4C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4FCB5-19B9-48A8-B0A1-6D6FB6D8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9B56-5283-3840-B917-814AA1C9C1A4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BBB9-6831-5D9C-2CAD-6A64A5F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7778-A1DB-5168-52B7-E2A26060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0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0543-6588-41E4-CBA2-1A84858A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20B8-45DA-4B7E-1651-D9BAA94C2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7C9EF-C0A9-5A9A-5A49-1D747A63C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51934-14E9-ABED-FBED-4FD2D283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4F62-B8A6-AE43-92F6-D1A8BEB5B91C}" type="datetime1">
              <a:rPr lang="en-GB" smtClean="0"/>
              <a:t>19/10/2026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6748C-0F12-54CC-CC2A-7669F966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FD799-AB2C-C545-0821-6C379903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7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1AAE-282E-441F-8B7A-57EC41716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00EA1-8481-D846-A178-C450972A6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691B5-746C-E43C-6368-D4C1093C1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EFE67-A1ED-39D4-8131-E5728D57F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1BF35-34A5-F764-C904-77954D7A4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BE4BF-D5DF-900A-5841-F91AFB02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2610-7FB1-8045-8D2F-A86449A4B32E}" type="datetime1">
              <a:rPr lang="en-GB" smtClean="0"/>
              <a:t>19/10/2026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17CF0-5B06-7741-E54B-9C2C4D7D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7B2B7E-C325-5E02-1424-BE3C349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A176-5384-A0D4-9BAD-DC11475F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47A52-CF4B-73C8-61D2-BCA02CB4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E2A5-797B-4549-983D-B9EF0CE0D985}" type="datetime1">
              <a:rPr lang="en-GB" smtClean="0"/>
              <a:t>19/10/2026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B1EA8-9136-9CDE-CE13-318C575F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D0E1F-CEBB-D2EB-BC26-51D46D6B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5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45C30-0931-811D-4A2E-7012AAF7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002-31E4-D340-94D3-6D426B732A0A}" type="datetime1">
              <a:rPr lang="en-GB" smtClean="0"/>
              <a:t>19/10/2026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5BB4D-5E31-FE6F-2F9B-1E8F8041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2F4FC-9CF9-18CB-D696-10C2DDFC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2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9D70-A052-1EED-5EB0-EA48C3E7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553B-8D1F-19FB-005B-855D5EF95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FB038-3294-8803-E476-F1DA5D54C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1A04B-8C0C-FBFE-D2B4-E4EFB87D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B76A-DED3-9B4B-A758-FD07C5514F42}" type="datetime1">
              <a:rPr lang="en-GB" smtClean="0"/>
              <a:t>19/10/2026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86179-9E06-9AE7-BF48-37EB7E87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1D1D0-C80C-2694-6247-DB2DC4ED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98AD-4925-6DBA-1D33-0770BB1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A9646-0159-3FBE-0D53-6B59DAD9A0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DC0DC-35AC-3200-9591-C6F170C18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30C2F-E2E8-4F41-C7AB-C80D6F34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51EA-2B24-0A45-AC36-241E7C930D5F}" type="datetime1">
              <a:rPr lang="en-GB" smtClean="0"/>
              <a:t>19/10/2026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574D8-AC5F-95B1-4C69-B138E187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A061E-C273-6602-B52D-3BF2CBDB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43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5CBB-55A1-742F-01BF-119970B4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91A68-EA36-DB65-23FE-4D6CBA574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76FDF-9946-7D2B-AB1A-AB690741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57E54-19AA-5D4A-BF78-AA67CF12D88A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4EAF0-EEDC-429F-E003-5C3C9820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B82B1-D6EE-3E7D-AD68-C83A0494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D0271-134E-08AE-9D72-60E9F0637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712B1-A3AE-C570-43F8-D7517284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A686-4E3A-7030-DE2B-F3831785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5202-0237-BB49-AACA-7D299AA663FC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2293C-A06B-9E7C-16CB-E123AD29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343B-6858-577E-6A5F-56A43805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8C82F-6D6C-0A46-7F00-86E7D4DA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796AE-089C-25B4-1C04-DA602B607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D4FCA-9C18-D502-DCCA-22209788B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1A743-320E-9540-8F2B-C893DA3D0110}" type="datetime1">
              <a:rPr lang="en-GB" smtClean="0"/>
              <a:t>19/10/2026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19AAD-33DA-B760-E6C4-A0F870725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MTH01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4B6DD-B8CD-9686-2372-99BDDB267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6835F-11EC-E542-9F37-60B6BEFD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5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D4AF-2063-475B-D32D-A5D637ED70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GB" dirty="0"/>
            </a:br>
            <a:r>
              <a:rPr lang="en-GB" sz="3200" dirty="0"/>
              <a:t>Applications of advanced mathematics…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r>
              <a:rPr lang="en-US" dirty="0"/>
              <a:t>Aircraft Icing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61C12-F766-4556-E7A8-2EA8A99CC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28586"/>
          </a:xfrm>
        </p:spPr>
        <p:txBody>
          <a:bodyPr>
            <a:normAutofit/>
          </a:bodyPr>
          <a:lstStyle/>
          <a:p>
            <a:r>
              <a:rPr lang="en-US" sz="3200" dirty="0"/>
              <a:t>Chris Thompson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A801D-C78F-AB72-BDB1-5855616B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76" y="6356350"/>
            <a:ext cx="6547104" cy="365125"/>
          </a:xfrm>
        </p:spPr>
        <p:txBody>
          <a:bodyPr/>
          <a:lstStyle/>
          <a:p>
            <a:r>
              <a:rPr lang="en-US" dirty="0"/>
              <a:t>MTH01						Aircraft Icing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48560-FB49-0369-100E-E66E1F2D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8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2175-D055-A0F1-5072-189F5FF7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D470B-099A-1E96-E795-1E0722627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864" y="475488"/>
            <a:ext cx="10802112" cy="3034475"/>
          </a:xfrm>
        </p:spPr>
        <p:txBody>
          <a:bodyPr>
            <a:normAutofit fontScale="90000"/>
          </a:bodyPr>
          <a:lstStyle/>
          <a:p>
            <a:pPr algn="l"/>
            <a:r>
              <a:rPr lang="en-GB" sz="2700" dirty="0"/>
              <a:t>Applications of advanced mathematics in everyday life. </a:t>
            </a:r>
            <a:br>
              <a:rPr lang="en-GB" sz="2700" dirty="0"/>
            </a:br>
            <a:r>
              <a:rPr lang="en-GB" sz="2700" dirty="0"/>
              <a:t>Some insights of how 'real' maths is used in our daily activities and industry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r>
              <a:rPr lang="en-US" dirty="0"/>
              <a:t>Aircraft Icing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7205C-4E45-944D-2DFF-8CF479EF3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8863"/>
            <a:ext cx="9144000" cy="628586"/>
          </a:xfrm>
        </p:spPr>
        <p:txBody>
          <a:bodyPr>
            <a:normAutofit/>
          </a:bodyPr>
          <a:lstStyle/>
          <a:p>
            <a:r>
              <a:rPr lang="en-US" sz="3200" dirty="0"/>
              <a:t>Chris Thompson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23887-5A90-A0E3-7475-26C90751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76" y="6356350"/>
            <a:ext cx="6547104" cy="365125"/>
          </a:xfrm>
        </p:spPr>
        <p:txBody>
          <a:bodyPr/>
          <a:lstStyle/>
          <a:p>
            <a:r>
              <a:rPr lang="en-US" dirty="0"/>
              <a:t>MTH01						Aircraft Icing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E6008-B3DE-1ED7-472C-04E1C963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C224-1C77-197C-AFA8-88A27428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9C20-918B-091A-5839-36B230DF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B8DC2-CB01-E2AD-3BF6-61E2AE8EC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292" y="1359026"/>
            <a:ext cx="5157787" cy="4997323"/>
          </a:xfrm>
        </p:spPr>
        <p:txBody>
          <a:bodyPr/>
          <a:lstStyle/>
          <a:p>
            <a:r>
              <a:rPr lang="en-US" dirty="0"/>
              <a:t>General Icing</a:t>
            </a:r>
          </a:p>
          <a:p>
            <a:r>
              <a:rPr lang="en-US" dirty="0"/>
              <a:t>Aircraft Icing</a:t>
            </a:r>
          </a:p>
          <a:p>
            <a:pPr lvl="1"/>
            <a:r>
              <a:rPr lang="en-US" dirty="0"/>
              <a:t>Hudson river accident</a:t>
            </a:r>
          </a:p>
          <a:p>
            <a:r>
              <a:rPr lang="en-US" dirty="0"/>
              <a:t>State of play before 2005</a:t>
            </a:r>
          </a:p>
          <a:p>
            <a:pPr lvl="1"/>
            <a:r>
              <a:rPr lang="en-US" dirty="0"/>
              <a:t>Messinger Model</a:t>
            </a:r>
          </a:p>
          <a:p>
            <a:pPr lvl="1"/>
            <a:r>
              <a:rPr lang="en-US" dirty="0"/>
              <a:t>Poots?</a:t>
            </a:r>
          </a:p>
          <a:p>
            <a:pPr lvl="1"/>
            <a:r>
              <a:rPr lang="en-US" dirty="0"/>
              <a:t>Gent</a:t>
            </a:r>
          </a:p>
          <a:p>
            <a:r>
              <a:rPr lang="en-US" dirty="0"/>
              <a:t>2005=&gt;2015</a:t>
            </a:r>
          </a:p>
          <a:p>
            <a:pPr lvl="1"/>
            <a:r>
              <a:rPr lang="en-US" dirty="0" err="1"/>
              <a:t>Icecremo</a:t>
            </a:r>
            <a:r>
              <a:rPr lang="en-US" dirty="0"/>
              <a:t> 1 &amp; 2</a:t>
            </a:r>
          </a:p>
          <a:p>
            <a:r>
              <a:rPr lang="en-US" dirty="0"/>
              <a:t>Current work</a:t>
            </a:r>
          </a:p>
          <a:p>
            <a:r>
              <a:rPr lang="en-US" dirty="0"/>
              <a:t>Incidentals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E2AF3-B6B0-19F1-E036-60A5C7ABE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2EFAE-C65E-331C-716E-4A9E43FF7B7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14DD79-EB5B-F4B3-55BF-ED5C0875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8A52AD-A17E-EC95-AC4F-F32A1B29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1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503A-5F6D-C603-DAAB-52A5F84D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87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 for your attention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0EEC10-2EEA-4789-9BAF-D2D05F7B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533A8-A340-8851-2F6A-09E3FF68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5A03B-5264-9A71-C1F0-461C6FC7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1E00D-856E-D95D-55F2-BB1BF6A88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292" y="1359026"/>
            <a:ext cx="5157787" cy="4997323"/>
          </a:xfrm>
        </p:spPr>
        <p:txBody>
          <a:bodyPr>
            <a:normAutofit/>
          </a:bodyPr>
          <a:lstStyle/>
          <a:p>
            <a:r>
              <a:rPr lang="en-US" sz="1800" dirty="0"/>
              <a:t>On Mac</a:t>
            </a:r>
          </a:p>
          <a:p>
            <a:pPr lvl="1"/>
            <a:r>
              <a:rPr lang="en-US" sz="1600" dirty="0"/>
              <a:t>/Users/</a:t>
            </a:r>
            <a:r>
              <a:rPr lang="en-US" sz="1600" dirty="0" err="1"/>
              <a:t>chris</a:t>
            </a:r>
            <a:r>
              <a:rPr lang="en-US" sz="1600" dirty="0"/>
              <a:t>/Library/</a:t>
            </a:r>
            <a:r>
              <a:rPr lang="en-US" sz="1600" dirty="0" err="1"/>
              <a:t>CloudStorage</a:t>
            </a:r>
            <a:r>
              <a:rPr lang="en-US" sz="1600" dirty="0"/>
              <a:t>/OneDrive-Personal/</a:t>
            </a:r>
            <a:r>
              <a:rPr lang="en-US" sz="1600" dirty="0" err="1"/>
              <a:t>DropboxLEFT</a:t>
            </a:r>
            <a:r>
              <a:rPr lang="en-US" sz="1600" dirty="0"/>
              <a:t>/China 2012/Icing</a:t>
            </a:r>
          </a:p>
          <a:p>
            <a:pPr lvl="1"/>
            <a:r>
              <a:rPr lang="en-US" sz="1600" dirty="0"/>
              <a:t>/Users/</a:t>
            </a:r>
            <a:r>
              <a:rPr lang="en-US" sz="1600" dirty="0" err="1"/>
              <a:t>chris</a:t>
            </a:r>
            <a:r>
              <a:rPr lang="en-US" sz="1600"/>
              <a:t>/Documents/GitHub/U3AC/MTH01/ICING</a:t>
            </a:r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1AD8F-F72D-7B40-8347-06196EA18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F1175-DD5D-44E8-3F77-3A9A8892F1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B957B4-C9AA-A6B9-BC86-A58F6F2C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MTH01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7DD81-C3F6-0E4A-7BC3-35002811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835F-11EC-E542-9F37-60B6BEFD4A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8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140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 Applications of advanced mathematics…    Aircraft Icing</vt:lpstr>
      <vt:lpstr>Applications of advanced mathematics in everyday life.  Some insights of how 'real' maths is used in our daily activities and industry     Aircraft Icing</vt:lpstr>
      <vt:lpstr>Plan</vt:lpstr>
      <vt:lpstr>Thank you for your attention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Thompson</dc:creator>
  <cp:lastModifiedBy>Christopher Thompson</cp:lastModifiedBy>
  <cp:revision>2</cp:revision>
  <dcterms:created xsi:type="dcterms:W3CDTF">2026-10-19T21:07:59Z</dcterms:created>
  <dcterms:modified xsi:type="dcterms:W3CDTF">2026-10-19T21:44:39Z</dcterms:modified>
</cp:coreProperties>
</file>